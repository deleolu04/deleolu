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Dermalife Oncology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SQL to Power BI Capstone Submission</a:t>
            </a:r>
          </a:p>
          <a:p>
            <a:r>
              <a:t>Skin Cancer Demographic &amp; Lesion Analysis</a:t>
            </a:r>
          </a:p>
          <a:p>
            <a:r>
              <a:t>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Dermalife Oncology is a healthcare analytics initiative focused on dermatological oncology data.</a:t>
            </a:r>
          </a:p>
          <a:p>
            <a:pPr lvl="1"/>
            <a:r>
              <a:t>Dataset: 3 tables from PostgreSQL 18 database</a:t>
            </a:r>
          </a:p>
          <a:p>
            <a:pPr lvl="2"/>
            <a:r>
              <a:t>• patient: Demographics, lifestyle, cancer history - 12 columns</a:t>
            </a:r>
          </a:p>
          <a:p>
            <a:pPr lvl="2"/>
            <a:r>
              <a:t>• lesion: Clinical data, symptoms, diagnosis, biopsy status - 15 columns</a:t>
            </a:r>
          </a:p>
          <a:p>
            <a:pPr lvl="2"/>
            <a:r>
              <a:t>• patients: Basic demographics - 4 columns</a:t>
            </a:r>
          </a:p>
          <a:p>
            <a:pPr lvl="1"/>
            <a:r>
              <a:t>Objective: Identify high-risk demographic groups and dangerous lesion characteristics to support early detection.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Skin cancer is common yet preventable when detected early. Key questions:</a:t>
            </a:r>
          </a:p>
          <a:p>
            <a:pPr lvl="1"/>
            <a:r>
              <a:t>Which age group has the highest number of malignant diagnoses?</a:t>
            </a:r>
          </a:p>
          <a:p>
            <a:pPr lvl="1"/>
            <a:r>
              <a:t>What is the gender distribution of skin cancer cases?</a:t>
            </a:r>
          </a:p>
          <a:p>
            <a:pPr lvl="1"/>
            <a:r>
              <a:t>Which body regions record the most malignant diagnoses?</a:t>
            </a:r>
          </a:p>
          <a:p>
            <a:pPr lvl="1"/>
            <a:r>
              <a:t>How many patients have previous skin cancer history?</a:t>
            </a:r>
          </a:p>
          <a:p>
            <a:pPr lvl="1"/>
            <a:r>
              <a:t>Which diagnosis category appears most frequently?</a:t>
            </a:r>
          </a:p>
          <a:p>
            <a:pPr lvl="1"/>
            <a:r>
              <a:t>How many lesions were reported as growing?</a:t>
            </a:r>
          </a:p>
          <a:p>
            <a:pPr lvl="1"/>
            <a:r>
              <a:t>Which symptoms are most associated with lesions?</a:t>
            </a:r>
          </a:p>
          <a:p>
            <a:pPr lvl="1"/>
            <a:r>
              <a:t>How many lesions were biopsied before diagnosis?</a:t>
            </a:r>
          </a:p>
          <a:p>
            <a:pPr lvl="1"/>
            <a:r>
              <a:t>Which diagnosis type has the largest average diameter?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Analysis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Method: PostgreSQL + Power BI with DAX</a:t>
            </a:r>
          </a:p>
          <a:p>
            <a:pPr lvl="1"/>
            <a:r>
              <a:t>Task 1: Patient Demographic Risk Analysis</a:t>
            </a:r>
          </a:p>
          <a:p>
            <a:pPr lvl="2"/>
            <a:r>
              <a:t>• Age group distribution using SWITCH DAX</a:t>
            </a:r>
          </a:p>
          <a:p>
            <a:pPr lvl="2"/>
            <a:r>
              <a:t>• Gender breakdown via pie chart, filtered for malignant codes</a:t>
            </a:r>
          </a:p>
          <a:p>
            <a:pPr lvl="2"/>
            <a:r>
              <a:t>• Body region analysis using DISTINCTCOUNT patient_id</a:t>
            </a:r>
          </a:p>
          <a:p>
            <a:pPr lvl="1"/>
            <a:r>
              <a:t>Task 2: Lesion Growth &amp; Diagnosis Analysis</a:t>
            </a:r>
          </a:p>
          <a:p>
            <a:pPr lvl="2"/>
            <a:r>
              <a:t>• Symptom prevalence via Power Query unpivot of boolean fields</a:t>
            </a:r>
          </a:p>
          <a:p>
            <a:pPr lvl="2"/>
            <a:r>
              <a:t>• Biopsy rates and diameter analysis using AVERAGEX</a:t>
            </a:r>
          </a:p>
          <a:p>
            <a:pPr lvl="1"/>
            <a:r>
              <a:t>Key relationship: lesion[patient_id] → patient[patient_id] *:1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[Populate with your Power BI results]</a:t>
            </a:r>
          </a:p>
          <a:p>
            <a:pPr lvl="1"/>
            <a:r>
              <a:t>Demographic: [Top age group] accounts for highest malignant diagnoses</a:t>
            </a:r>
          </a:p>
          <a:p>
            <a:pPr lvl="1"/>
            <a:r>
              <a:t>Gender: [X]% Male, [Y]% Female for MEL/BCC/SCC cases</a:t>
            </a:r>
          </a:p>
          <a:p>
            <a:pPr lvl="1"/>
            <a:r>
              <a:t>Region: [Top body region] records most patients with malignant lesions</a:t>
            </a:r>
          </a:p>
          <a:p>
            <a:pPr lvl="1"/>
            <a:r>
              <a:t>History: [Z]% of patients have previous skin cancer history</a:t>
            </a:r>
          </a:p>
          <a:p>
            <a:pPr lvl="1"/>
            <a:r>
              <a:t>Lesions: [Most common diagnosis] is most frequent lesion type</a:t>
            </a:r>
          </a:p>
          <a:p>
            <a:pPr lvl="1"/>
            <a:r>
              <a:t>Growth: [X]% of lesions were reported as growing over time</a:t>
            </a:r>
          </a:p>
          <a:p>
            <a:pPr lvl="1"/>
            <a:r>
              <a:t>Symptoms: Top indicators are [symptom 1], [symptom 2], [symptom 3]</a:t>
            </a:r>
          </a:p>
          <a:p>
            <a:pPr lvl="1"/>
            <a:r>
              <a:t>Biopsy: [X]% of lesions were biopsied; [Y]% had confirmed diagnosis</a:t>
            </a:r>
          </a:p>
          <a:p>
            <a:pPr lvl="1"/>
            <a:r>
              <a:t>Diameter: [Diagnosis type] has largest average at [X] mm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Clinical Recommendations:</a:t>
            </a:r>
          </a:p>
          <a:p>
            <a:pPr lvl="1"/>
            <a:r>
              <a:t>Targeted Screening: Prioritize programs for [top age group] and [top gender], focusing on [top region]</a:t>
            </a:r>
          </a:p>
          <a:p>
            <a:pPr lvl="1"/>
            <a:r>
              <a:t>Symptom Training: Flag lesions with [top 3 symptoms] + growth as high-priority for biopsy</a:t>
            </a:r>
          </a:p>
          <a:p>
            <a:pPr lvl="1"/>
            <a:r>
              <a:t>Biopsy Protocol: Review cases where lesions &gt;[threshold] mm or showing key symptoms were not biopsied</a:t>
            </a:r>
          </a:p>
          <a:p>
            <a:pPr lvl="1"/>
            <a:r>
              <a:t>History-Based Follow-up: Enhanced monitoring for patients with prior skin cancer history</a:t>
            </a:r>
          </a:p>
          <a:p/>
          <a:p>
            <a:pPr lvl="1"/>
            <a:r>
              <a:t>Business Impact:</a:t>
            </a:r>
          </a:p>
          <a:p>
            <a:pPr lvl="2"/>
            <a:r>
              <a:t>• Earlier detection reduces treatment costs and improves 5-year survival</a:t>
            </a:r>
          </a:p>
          <a:p>
            <a:pPr lvl="2"/>
            <a:r>
              <a:t>• Data-driven screening optimizes dermatology clinic resources</a:t>
            </a:r>
          </a:p>
          <a:p>
            <a:pPr lvl="2"/>
            <a:r>
              <a:t>• Patient education on symptom recognition empowers self-referral</a:t>
            </a:r>
          </a:p>
          <a:p/>
          <a:p>
            <a:pPr lvl="1"/>
            <a:r>
              <a:t>Next Steps: Validate with dermatology team, build monitoring dashboard, launch awareness campaign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